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FC7C7-0A6A-42EA-93D7-359D20F9E0BE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E58FF-E47D-43AB-80C8-15C978435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4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76A61-13F7-42BC-B8BF-4AE66FBA63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963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9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8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06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7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7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2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30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05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7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8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C7CC1-F408-4178-9EEF-8F17E941E27B}" type="datetimeFigureOut">
              <a:rPr lang="en-US" smtClean="0"/>
              <a:t>30-Mar-22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2B1FC-979B-49FF-93EB-DE933C3A3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microsoft.com/office/2007/relationships/media" Target="../media/media4.mp4"/><Relationship Id="rId12" Type="http://schemas.openxmlformats.org/officeDocument/2006/relationships/image" Target="../media/image9.png"/><Relationship Id="rId2" Type="http://schemas.openxmlformats.org/officeDocument/2006/relationships/video" Target="../media/media1.mp4"/><Relationship Id="rId16" Type="http://schemas.openxmlformats.org/officeDocument/2006/relationships/image" Target="../media/image4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0.png"/><Relationship Id="rId5" Type="http://schemas.microsoft.com/office/2007/relationships/media" Target="../media/media3.mp4"/><Relationship Id="rId15" Type="http://schemas.openxmlformats.org/officeDocument/2006/relationships/image" Target="../media/image3.png"/><Relationship Id="rId10" Type="http://schemas.openxmlformats.org/officeDocument/2006/relationships/notesSlide" Target="../notesSlides/notesSlide1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7276382" cy="1325563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𝐴𝑖𝑟</m:t>
                    </m:r>
                  </m:oMath>
                </a14:m>
                <a:r>
                  <a:rPr lang="en-US" dirty="0"/>
                  <a:t>– Comparison between</a:t>
                </a:r>
                <a:br>
                  <a:rPr lang="en-US" dirty="0"/>
                </a:br>
                <a:r>
                  <a:rPr lang="en-US" dirty="0" err="1"/>
                  <a:t>reactingFoam</a:t>
                </a:r>
                <a:r>
                  <a:rPr lang="en-US" dirty="0"/>
                  <a:t> vs </a:t>
                </a:r>
                <a:r>
                  <a:rPr lang="en-US" dirty="0" err="1"/>
                  <a:t>reactingTwoPhaseEulerFoam</a:t>
                </a:r>
                <a:endParaRPr lang="en-US" dirty="0"/>
              </a:p>
            </p:txBody>
          </p:sp>
        </mc:Choice>
        <mc:Fallback xmlns="">
          <p:sp>
            <p:nvSpPr>
              <p:cNvPr id="4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7276382" cy="1325563"/>
              </a:xfrm>
              <a:blipFill>
                <a:blip r:embed="rId11"/>
                <a:stretch>
                  <a:fillRect l="-3018" t="-28571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668126" y="365125"/>
            <a:ext cx="3685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(pressure BC - </a:t>
            </a:r>
            <a:r>
              <a:rPr lang="en-US" sz="2000" dirty="0" err="1"/>
              <a:t>waveTransmissive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54242" y="1825625"/>
                <a:ext cx="4632158" cy="1592516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Domain Size 10 cm,</a:t>
                </a:r>
              </a:p>
              <a:p>
                <a:r>
                  <a:rPr lang="en-US" sz="1600" dirty="0"/>
                  <a:t>Number of CVs 200,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= 5×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1600" b="0" dirty="0"/>
              </a:p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= 1.5 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600" b="0" dirty="0"/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=1×</m:t>
                    </m:r>
                    <m:sSup>
                      <m:s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4242" y="1825625"/>
                <a:ext cx="4632158" cy="1592516"/>
              </a:xfrm>
              <a:blipFill>
                <a:blip r:embed="rId12"/>
                <a:stretch>
                  <a:fillRect l="-526" t="-2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053822" y="2820730"/>
            <a:ext cx="3724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Inference :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More close to adiabatic flame temperature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775158" y="2037347"/>
            <a:ext cx="189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Simulation Time = 0.1 Sec</a:t>
            </a:r>
          </a:p>
        </p:txBody>
      </p:sp>
      <p:pic>
        <p:nvPicPr>
          <p:cNvPr id="15" name="p_rgh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709" y="3818191"/>
            <a:ext cx="4053076" cy="3039807"/>
          </a:xfrm>
          <a:prstGeom prst="rect">
            <a:avLst/>
          </a:prstGeom>
        </p:spPr>
      </p:pic>
      <p:pic>
        <p:nvPicPr>
          <p:cNvPr id="18" name="UyGas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053822" y="3813720"/>
            <a:ext cx="4060760" cy="3045570"/>
          </a:xfrm>
          <a:prstGeom prst="rect">
            <a:avLst/>
          </a:prstGeom>
        </p:spPr>
      </p:pic>
      <p:pic>
        <p:nvPicPr>
          <p:cNvPr id="19" name="TCH4AirGas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114582" y="3808784"/>
            <a:ext cx="4065619" cy="3049215"/>
          </a:xfrm>
          <a:prstGeom prst="rect">
            <a:avLst/>
          </a:prstGeom>
        </p:spPr>
      </p:pic>
      <p:pic>
        <p:nvPicPr>
          <p:cNvPr id="2" name="rho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123290" y="759238"/>
            <a:ext cx="4062769" cy="304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9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</Words>
  <Application>Microsoft Office PowerPoint</Application>
  <PresentationFormat>Widescreen</PresentationFormat>
  <Paragraphs>10</Paragraphs>
  <Slides>1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CH_4/Air– Comparison between reactingFoam vs reactingTwoPhaseEulerFoam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CH_4/Air– Comparison between reactingFoam vs reactingTwoPhaseEulerFoam</dc:title>
  <dc:creator>poojabhat</dc:creator>
  <cp:lastModifiedBy>poojabhat</cp:lastModifiedBy>
  <cp:revision>1</cp:revision>
  <dcterms:created xsi:type="dcterms:W3CDTF">2022-03-30T07:33:22Z</dcterms:created>
  <dcterms:modified xsi:type="dcterms:W3CDTF">2022-03-30T07:35:25Z</dcterms:modified>
</cp:coreProperties>
</file>